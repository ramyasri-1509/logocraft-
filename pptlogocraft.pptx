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-576" y="-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https://dlrvetgp71ck5.cloudfront.net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https://www.templatesperfect.com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https://evocom.net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https://images.ctfassets.net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https://thumbs.dreamstime.com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https://www.visily.ai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028700"/>
            <a:ext cx="7851648" cy="13716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2421402"/>
            <a:ext cx="7854696" cy="131445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987552"/>
            <a:ext cx="7772400" cy="1021842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028498"/>
            <a:ext cx="7772400" cy="1132284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436"/>
            <a:ext cx="4040188" cy="494514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394818"/>
            <a:ext cx="4041775" cy="491132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885950"/>
            <a:ext cx="4040188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85950"/>
            <a:ext cx="4041775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305800" cy="85725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5764"/>
            <a:ext cx="2743200" cy="871538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257300"/>
            <a:ext cx="2743200" cy="3429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257300"/>
            <a:ext cx="5111750" cy="3429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831058"/>
            <a:ext cx="5257800" cy="30861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4019827"/>
            <a:ext cx="155448" cy="116586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82747"/>
            <a:ext cx="2212848" cy="1186966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21589"/>
            <a:ext cx="2209800" cy="163449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4767263"/>
            <a:ext cx="609600" cy="273844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899638"/>
            <a:ext cx="4617720" cy="294894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4362450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4664869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85801"/>
            <a:ext cx="2057400" cy="3908822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1"/>
            <a:ext cx="6019800" cy="3908822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5358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5358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51610"/>
            <a:ext cx="8229600" cy="32918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C9B81F-C347-4BEF-BFDF-29C42F48304A}" type="datetimeFigureOut">
              <a:rPr lang="en-US" smtClean="0"/>
              <a:pPr/>
              <a:t>2/12/2025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151806"/>
            <a:ext cx="9180548" cy="486918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600" b="1" dirty="0" err="1" smtClean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Optima" pitchFamily="34" charset="-122"/>
                <a:cs typeface="Optima" pitchFamily="34" charset="-120"/>
              </a:rPr>
              <a:t>Logocraft</a:t>
            </a:r>
            <a:endParaRPr lang="en-US" sz="6600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dlrvetgp71ck5.cloudfront.net/files/od2fs5z6z4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547446"/>
            <a:ext cx="411480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547446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LogoCraft</a:t>
            </a: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is a user-friendly platform designed for creating unique logos.</a:t>
            </a:r>
            <a:endParaRPr lang="en-US" sz="1600" dirty="0"/>
          </a:p>
          <a:p>
            <a:pPr>
              <a:buFont typeface="Arial" pitchFamily="34" charset="0"/>
              <a:buChar char="•"/>
            </a:pPr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It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caters to both professionals and beginners in graphic design.</a:t>
            </a:r>
            <a:endParaRPr lang="en-US" sz="1600" dirty="0"/>
          </a:p>
          <a:p>
            <a:pPr>
              <a:buFont typeface="Arial" pitchFamily="34" charset="0"/>
              <a:buChar char="•"/>
            </a:pPr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The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goal is to streamline the logo creation process and enhance creativity.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604911" y="900332"/>
            <a:ext cx="31159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</a:t>
            </a:r>
            <a:r>
              <a:rPr lang="en-US" b="1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to </a:t>
            </a:r>
            <a:r>
              <a:rPr lang="en-US" b="1" dirty="0" err="1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LogoCraft</a:t>
            </a:r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://www.templatesperfect.com/wp-content/uploads/2014/07/dashboard-ui-6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80624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657664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575582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LogoCraft</a:t>
            </a: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offers a vast library of customizable templates for users.</a:t>
            </a:r>
            <a:endParaRPr lang="en-US" sz="1600" dirty="0"/>
          </a:p>
          <a:p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Users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can access a variety of design tools to manipulate text, colors, and shapes.</a:t>
            </a:r>
            <a:endParaRPr lang="en-US" sz="1600" dirty="0"/>
          </a:p>
          <a:p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The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platform supports high-resolution downloads for professional use.</a:t>
            </a:r>
            <a:endParaRPr lang="en-US" sz="16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evocom.net/wp-content/uploads/2022/10/Intuitive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9164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User Experience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807698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The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interface is intuitive, allowing users to navigate easily without prior experience.</a:t>
            </a:r>
            <a:endParaRPr lang="en-US" sz="1600" dirty="0"/>
          </a:p>
          <a:p>
            <a:pPr>
              <a:buFont typeface="Arial" pitchFamily="34" charset="0"/>
              <a:buChar char="•"/>
            </a:pPr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Tutorials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and design tips are embedded within the platform for user guidance.</a:t>
            </a:r>
            <a:endParaRPr lang="en-US" sz="1600" dirty="0"/>
          </a:p>
          <a:p>
            <a:pPr>
              <a:buFont typeface="Arial" pitchFamily="34" charset="0"/>
              <a:buChar char="•"/>
            </a:pPr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Real-time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previews enable users to see changes instantly as they design.</a:t>
            </a:r>
            <a:endParaRPr lang="en-US" sz="1600" dirty="0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ages.ctfassets.net/lzny33ho1g45/2qs4TLg3qFEqjDtYnJjHHX/af362ddd47b72dc8b9f66ecdfe2e93e5/collaboration-apps.jpg?w=1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01262"/>
            <a:ext cx="4114800" cy="356264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5422" y="61897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Collaboration Tools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709225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LogoCraft</a:t>
            </a: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includes features for team collaboration on logo designs.</a:t>
            </a:r>
            <a:endParaRPr lang="en-US" sz="1600" dirty="0"/>
          </a:p>
          <a:p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Users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can share designs directly through the platform for feedback.</a:t>
            </a:r>
            <a:endParaRPr lang="en-US" sz="1600" dirty="0"/>
          </a:p>
          <a:p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The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platform enables version control, allowing users to track design iterations.</a:t>
            </a:r>
            <a:endParaRPr lang="en-US" sz="1600" dirty="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thumbs.dreamstime.com/b/freemium-business-model-vector-infographics-depicting-free-charge-free-to-play-apps-games-paying-premium-features-461769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6304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Pricing and Accessibility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709225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LogoCraft</a:t>
            </a: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offers a freemium model, providing basic features at no cost.</a:t>
            </a:r>
            <a:endParaRPr lang="en-US" sz="1600" dirty="0"/>
          </a:p>
          <a:p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Premium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subscriptions unlock advanced features and additional assets.</a:t>
            </a:r>
            <a:endParaRPr lang="en-US" sz="1600" dirty="0"/>
          </a:p>
          <a:p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The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platform is accessible on various devices, including tablets and smartphones.</a:t>
            </a:r>
            <a:endParaRPr lang="en-US" sz="1600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visily.ai/wp-content/uploads/2023/03/What-makes-a-great-AI-design-tool-1024x9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Developments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751428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LogoCraft</a:t>
            </a: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plans to integrate AI-driven design suggestions to enhance creativity.</a:t>
            </a:r>
            <a:endParaRPr lang="en-US" sz="1600" dirty="0"/>
          </a:p>
          <a:p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There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are ongoing efforts to expand the library of templates and assets.</a:t>
            </a:r>
            <a:endParaRPr lang="en-US" sz="1600" dirty="0"/>
          </a:p>
          <a:p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User </a:t>
            </a:r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feedback will continuously shape the platform's evolution and improvements.</a:t>
            </a:r>
            <a:endParaRPr lang="en-US" sz="1600" dirty="0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23292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LogoCraft Official Website.</a:t>
            </a:r>
            <a:endParaRPr lang="en-US" sz="1600" dirty="0"/>
          </a:p>
          <a:p>
            <a:pPr algn="r"/>
            <a:endParaRPr lang="en-US" sz="1600" dirty="0"/>
          </a:p>
          <a:p>
            <a:pPr algn="r"/>
            <a:endParaRPr lang="en-US" sz="1600" dirty="0"/>
          </a:p>
        </p:txBody>
      </p:sp>
    </p:spTree>
  </p:cSld>
  <p:clrMapOvr>
    <a:masterClrMapping/>
  </p:clrMapOvr>
  <p:transition>
    <p:comb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693" y="2293913"/>
            <a:ext cx="8305800" cy="85725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dirty="0" err="1" smtClean="0">
                <a:latin typeface="Algerian" pitchFamily="82" charset="0"/>
              </a:rPr>
              <a:t>Thankyou</a:t>
            </a:r>
            <a:endParaRPr lang="en-US" sz="7200" dirty="0">
              <a:latin typeface="Algerian" pitchFamily="82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109</TotalTime>
  <Words>298</Words>
  <Application>Microsoft Office PowerPoint</Application>
  <PresentationFormat>On-screen Show (16:9)</PresentationFormat>
  <Paragraphs>54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Flow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Thankyou</vt:lpstr>
    </vt:vector>
  </TitlesOfParts>
  <Company>SlideMake.com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Logocraft- Develop A User-friendly Platform (LogoCraft)</dc:title>
  <dc:subject>Logocraft- Develop A User-friendly Platform (LogoCraft)</dc:subject>
  <dc:creator>SlideMake.com</dc:creator>
  <cp:lastModifiedBy>Hemanya Yadla</cp:lastModifiedBy>
  <cp:revision>5</cp:revision>
  <dcterms:created xsi:type="dcterms:W3CDTF">2025-02-12T07:15:37Z</dcterms:created>
  <dcterms:modified xsi:type="dcterms:W3CDTF">2025-02-12T09:04:49Z</dcterms:modified>
</cp:coreProperties>
</file>